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89614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87"/>
    <p:restoredTop sz="94658"/>
  </p:normalViewPr>
  <p:slideViewPr>
    <p:cSldViewPr snapToGrid="0">
      <p:cViewPr varScale="1">
        <p:scale>
          <a:sx n="120" d="100"/>
          <a:sy n="120" d="100"/>
        </p:scale>
        <p:origin x="212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72108" y="1122363"/>
            <a:ext cx="7617222" cy="2387600"/>
          </a:xfrm>
        </p:spPr>
        <p:txBody>
          <a:bodyPr anchor="b"/>
          <a:lstStyle>
            <a:lvl1pPr algn="ctr">
              <a:defRPr sz="5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0180" y="3602038"/>
            <a:ext cx="6721079" cy="1655762"/>
          </a:xfrm>
        </p:spPr>
        <p:txBody>
          <a:bodyPr/>
          <a:lstStyle>
            <a:lvl1pPr marL="0" indent="0" algn="ctr">
              <a:buNone/>
              <a:defRPr sz="2352"/>
            </a:lvl1pPr>
            <a:lvl2pPr marL="448056" indent="0" algn="ctr">
              <a:buNone/>
              <a:defRPr sz="1960"/>
            </a:lvl2pPr>
            <a:lvl3pPr marL="896112" indent="0" algn="ctr">
              <a:buNone/>
              <a:defRPr sz="1764"/>
            </a:lvl3pPr>
            <a:lvl4pPr marL="1344168" indent="0" algn="ctr">
              <a:buNone/>
              <a:defRPr sz="1568"/>
            </a:lvl4pPr>
            <a:lvl5pPr marL="1792224" indent="0" algn="ctr">
              <a:buNone/>
              <a:defRPr sz="1568"/>
            </a:lvl5pPr>
            <a:lvl6pPr marL="2240280" indent="0" algn="ctr">
              <a:buNone/>
              <a:defRPr sz="1568"/>
            </a:lvl6pPr>
            <a:lvl7pPr marL="2688336" indent="0" algn="ctr">
              <a:buNone/>
              <a:defRPr sz="1568"/>
            </a:lvl7pPr>
            <a:lvl8pPr marL="3136392" indent="0" algn="ctr">
              <a:buNone/>
              <a:defRPr sz="1568"/>
            </a:lvl8pPr>
            <a:lvl9pPr marL="3584448" indent="0" algn="ctr">
              <a:buNone/>
              <a:defRPr sz="156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11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827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432" y="1709740"/>
            <a:ext cx="7729240" cy="2852737"/>
          </a:xfrm>
        </p:spPr>
        <p:txBody>
          <a:bodyPr anchor="b"/>
          <a:lstStyle>
            <a:lvl1pPr>
              <a:defRPr sz="5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1432" y="4589465"/>
            <a:ext cx="7729240" cy="1500187"/>
          </a:xfrm>
        </p:spPr>
        <p:txBody>
          <a:bodyPr/>
          <a:lstStyle>
            <a:lvl1pPr marL="0" indent="0">
              <a:buNone/>
              <a:defRPr sz="2352">
                <a:solidFill>
                  <a:schemeClr val="tx1">
                    <a:tint val="82000"/>
                  </a:schemeClr>
                </a:solidFill>
              </a:defRPr>
            </a:lvl1pPr>
            <a:lvl2pPr marL="448056" indent="0">
              <a:buNone/>
              <a:defRPr sz="1960">
                <a:solidFill>
                  <a:schemeClr val="tx1">
                    <a:tint val="82000"/>
                  </a:schemeClr>
                </a:solidFill>
              </a:defRPr>
            </a:lvl2pPr>
            <a:lvl3pPr marL="896112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3pPr>
            <a:lvl4pPr marL="1344168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4pPr>
            <a:lvl5pPr marL="1792224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5pPr>
            <a:lvl6pPr marL="2240280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6pPr>
            <a:lvl7pPr marL="2688336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7pPr>
            <a:lvl8pPr marL="3136392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8pPr>
            <a:lvl9pPr marL="3584448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554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6099" y="1825625"/>
            <a:ext cx="380861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36728" y="1825625"/>
            <a:ext cx="380861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953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66" y="365126"/>
            <a:ext cx="772924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67" y="1681163"/>
            <a:ext cx="3791108" cy="823912"/>
          </a:xfrm>
        </p:spPr>
        <p:txBody>
          <a:bodyPr anchor="b"/>
          <a:lstStyle>
            <a:lvl1pPr marL="0" indent="0">
              <a:buNone/>
              <a:defRPr sz="2352" b="1"/>
            </a:lvl1pPr>
            <a:lvl2pPr marL="448056" indent="0">
              <a:buNone/>
              <a:defRPr sz="1960" b="1"/>
            </a:lvl2pPr>
            <a:lvl3pPr marL="896112" indent="0">
              <a:buNone/>
              <a:defRPr sz="1764" b="1"/>
            </a:lvl3pPr>
            <a:lvl4pPr marL="1344168" indent="0">
              <a:buNone/>
              <a:defRPr sz="1568" b="1"/>
            </a:lvl4pPr>
            <a:lvl5pPr marL="1792224" indent="0">
              <a:buNone/>
              <a:defRPr sz="1568" b="1"/>
            </a:lvl5pPr>
            <a:lvl6pPr marL="2240280" indent="0">
              <a:buNone/>
              <a:defRPr sz="1568" b="1"/>
            </a:lvl6pPr>
            <a:lvl7pPr marL="2688336" indent="0">
              <a:buNone/>
              <a:defRPr sz="1568" b="1"/>
            </a:lvl7pPr>
            <a:lvl8pPr marL="3136392" indent="0">
              <a:buNone/>
              <a:defRPr sz="1568" b="1"/>
            </a:lvl8pPr>
            <a:lvl9pPr marL="3584448" indent="0">
              <a:buNone/>
              <a:defRPr sz="156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67" y="2505075"/>
            <a:ext cx="379110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36729" y="1681163"/>
            <a:ext cx="3809778" cy="823912"/>
          </a:xfrm>
        </p:spPr>
        <p:txBody>
          <a:bodyPr anchor="b"/>
          <a:lstStyle>
            <a:lvl1pPr marL="0" indent="0">
              <a:buNone/>
              <a:defRPr sz="2352" b="1"/>
            </a:lvl1pPr>
            <a:lvl2pPr marL="448056" indent="0">
              <a:buNone/>
              <a:defRPr sz="1960" b="1"/>
            </a:lvl2pPr>
            <a:lvl3pPr marL="896112" indent="0">
              <a:buNone/>
              <a:defRPr sz="1764" b="1"/>
            </a:lvl3pPr>
            <a:lvl4pPr marL="1344168" indent="0">
              <a:buNone/>
              <a:defRPr sz="1568" b="1"/>
            </a:lvl4pPr>
            <a:lvl5pPr marL="1792224" indent="0">
              <a:buNone/>
              <a:defRPr sz="1568" b="1"/>
            </a:lvl5pPr>
            <a:lvl6pPr marL="2240280" indent="0">
              <a:buNone/>
              <a:defRPr sz="1568" b="1"/>
            </a:lvl6pPr>
            <a:lvl7pPr marL="2688336" indent="0">
              <a:buNone/>
              <a:defRPr sz="1568" b="1"/>
            </a:lvl7pPr>
            <a:lvl8pPr marL="3136392" indent="0">
              <a:buNone/>
              <a:defRPr sz="1568" b="1"/>
            </a:lvl8pPr>
            <a:lvl9pPr marL="3584448" indent="0">
              <a:buNone/>
              <a:defRPr sz="156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36729" y="2505075"/>
            <a:ext cx="380977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585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460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205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66" y="457200"/>
            <a:ext cx="2890297" cy="1600200"/>
          </a:xfrm>
        </p:spPr>
        <p:txBody>
          <a:bodyPr anchor="b"/>
          <a:lstStyle>
            <a:lvl1pPr>
              <a:defRPr sz="313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09778" y="987426"/>
            <a:ext cx="4536728" cy="4873625"/>
          </a:xfrm>
        </p:spPr>
        <p:txBody>
          <a:bodyPr/>
          <a:lstStyle>
            <a:lvl1pPr>
              <a:defRPr sz="3136"/>
            </a:lvl1pPr>
            <a:lvl2pPr>
              <a:defRPr sz="2744"/>
            </a:lvl2pPr>
            <a:lvl3pPr>
              <a:defRPr sz="2352"/>
            </a:lvl3pPr>
            <a:lvl4pPr>
              <a:defRPr sz="1960"/>
            </a:lvl4pPr>
            <a:lvl5pPr>
              <a:defRPr sz="1960"/>
            </a:lvl5pPr>
            <a:lvl6pPr>
              <a:defRPr sz="1960"/>
            </a:lvl6pPr>
            <a:lvl7pPr>
              <a:defRPr sz="1960"/>
            </a:lvl7pPr>
            <a:lvl8pPr>
              <a:defRPr sz="1960"/>
            </a:lvl8pPr>
            <a:lvl9pPr>
              <a:defRPr sz="19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7266" y="2057400"/>
            <a:ext cx="2890297" cy="3811588"/>
          </a:xfrm>
        </p:spPr>
        <p:txBody>
          <a:bodyPr/>
          <a:lstStyle>
            <a:lvl1pPr marL="0" indent="0">
              <a:buNone/>
              <a:defRPr sz="1568"/>
            </a:lvl1pPr>
            <a:lvl2pPr marL="448056" indent="0">
              <a:buNone/>
              <a:defRPr sz="1372"/>
            </a:lvl2pPr>
            <a:lvl3pPr marL="896112" indent="0">
              <a:buNone/>
              <a:defRPr sz="1176"/>
            </a:lvl3pPr>
            <a:lvl4pPr marL="1344168" indent="0">
              <a:buNone/>
              <a:defRPr sz="980"/>
            </a:lvl4pPr>
            <a:lvl5pPr marL="1792224" indent="0">
              <a:buNone/>
              <a:defRPr sz="980"/>
            </a:lvl5pPr>
            <a:lvl6pPr marL="2240280" indent="0">
              <a:buNone/>
              <a:defRPr sz="980"/>
            </a:lvl6pPr>
            <a:lvl7pPr marL="2688336" indent="0">
              <a:buNone/>
              <a:defRPr sz="980"/>
            </a:lvl7pPr>
            <a:lvl8pPr marL="3136392" indent="0">
              <a:buNone/>
              <a:defRPr sz="980"/>
            </a:lvl8pPr>
            <a:lvl9pPr marL="3584448" indent="0">
              <a:buNone/>
              <a:defRPr sz="9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318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66" y="457200"/>
            <a:ext cx="2890297" cy="1600200"/>
          </a:xfrm>
        </p:spPr>
        <p:txBody>
          <a:bodyPr anchor="b"/>
          <a:lstStyle>
            <a:lvl1pPr>
              <a:defRPr sz="313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09778" y="987426"/>
            <a:ext cx="4536728" cy="4873625"/>
          </a:xfrm>
        </p:spPr>
        <p:txBody>
          <a:bodyPr anchor="t"/>
          <a:lstStyle>
            <a:lvl1pPr marL="0" indent="0">
              <a:buNone/>
              <a:defRPr sz="3136"/>
            </a:lvl1pPr>
            <a:lvl2pPr marL="448056" indent="0">
              <a:buNone/>
              <a:defRPr sz="2744"/>
            </a:lvl2pPr>
            <a:lvl3pPr marL="896112" indent="0">
              <a:buNone/>
              <a:defRPr sz="2352"/>
            </a:lvl3pPr>
            <a:lvl4pPr marL="1344168" indent="0">
              <a:buNone/>
              <a:defRPr sz="1960"/>
            </a:lvl4pPr>
            <a:lvl5pPr marL="1792224" indent="0">
              <a:buNone/>
              <a:defRPr sz="1960"/>
            </a:lvl5pPr>
            <a:lvl6pPr marL="2240280" indent="0">
              <a:buNone/>
              <a:defRPr sz="1960"/>
            </a:lvl6pPr>
            <a:lvl7pPr marL="2688336" indent="0">
              <a:buNone/>
              <a:defRPr sz="1960"/>
            </a:lvl7pPr>
            <a:lvl8pPr marL="3136392" indent="0">
              <a:buNone/>
              <a:defRPr sz="1960"/>
            </a:lvl8pPr>
            <a:lvl9pPr marL="3584448" indent="0">
              <a:buNone/>
              <a:defRPr sz="196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7266" y="2057400"/>
            <a:ext cx="2890297" cy="3811588"/>
          </a:xfrm>
        </p:spPr>
        <p:txBody>
          <a:bodyPr/>
          <a:lstStyle>
            <a:lvl1pPr marL="0" indent="0">
              <a:buNone/>
              <a:defRPr sz="1568"/>
            </a:lvl1pPr>
            <a:lvl2pPr marL="448056" indent="0">
              <a:buNone/>
              <a:defRPr sz="1372"/>
            </a:lvl2pPr>
            <a:lvl3pPr marL="896112" indent="0">
              <a:buNone/>
              <a:defRPr sz="1176"/>
            </a:lvl3pPr>
            <a:lvl4pPr marL="1344168" indent="0">
              <a:buNone/>
              <a:defRPr sz="980"/>
            </a:lvl4pPr>
            <a:lvl5pPr marL="1792224" indent="0">
              <a:buNone/>
              <a:defRPr sz="980"/>
            </a:lvl5pPr>
            <a:lvl6pPr marL="2240280" indent="0">
              <a:buNone/>
              <a:defRPr sz="980"/>
            </a:lvl6pPr>
            <a:lvl7pPr marL="2688336" indent="0">
              <a:buNone/>
              <a:defRPr sz="980"/>
            </a:lvl7pPr>
            <a:lvl8pPr marL="3136392" indent="0">
              <a:buNone/>
              <a:defRPr sz="980"/>
            </a:lvl8pPr>
            <a:lvl9pPr marL="3584448" indent="0">
              <a:buNone/>
              <a:defRPr sz="9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469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49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13030" y="365125"/>
            <a:ext cx="193231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6099" y="365125"/>
            <a:ext cx="5684912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2428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6099" y="365126"/>
            <a:ext cx="772924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6099" y="1825625"/>
            <a:ext cx="772924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6099" y="6356352"/>
            <a:ext cx="201632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7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68477" y="6356352"/>
            <a:ext cx="30244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7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29015" y="6356352"/>
            <a:ext cx="201632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7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690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96112" rtl="0" eaLnBrk="1" latinLnBrk="0" hangingPunct="1">
        <a:lnSpc>
          <a:spcPct val="90000"/>
        </a:lnSpc>
        <a:spcBef>
          <a:spcPct val="0"/>
        </a:spcBef>
        <a:buNone/>
        <a:defRPr sz="43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4028" indent="-224028" algn="l" defTabSz="896112" rtl="0" eaLnBrk="1" latinLnBrk="0" hangingPunct="1">
        <a:lnSpc>
          <a:spcPct val="90000"/>
        </a:lnSpc>
        <a:spcBef>
          <a:spcPts val="980"/>
        </a:spcBef>
        <a:buFont typeface="Arial" panose="020B0604020202020204" pitchFamily="34" charset="0"/>
        <a:buChar char="•"/>
        <a:defRPr sz="2744" kern="1200">
          <a:solidFill>
            <a:schemeClr val="tx1"/>
          </a:solidFill>
          <a:latin typeface="+mn-lt"/>
          <a:ea typeface="+mn-ea"/>
          <a:cs typeface="+mn-cs"/>
        </a:defRPr>
      </a:lvl1pPr>
      <a:lvl2pPr marL="672084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2352" kern="1200">
          <a:solidFill>
            <a:schemeClr val="tx1"/>
          </a:solidFill>
          <a:latin typeface="+mn-lt"/>
          <a:ea typeface="+mn-ea"/>
          <a:cs typeface="+mn-cs"/>
        </a:defRPr>
      </a:lvl2pPr>
      <a:lvl3pPr marL="1120140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960" kern="1200">
          <a:solidFill>
            <a:schemeClr val="tx1"/>
          </a:solidFill>
          <a:latin typeface="+mn-lt"/>
          <a:ea typeface="+mn-ea"/>
          <a:cs typeface="+mn-cs"/>
        </a:defRPr>
      </a:lvl3pPr>
      <a:lvl4pPr marL="1568196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4pPr>
      <a:lvl5pPr marL="2016252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5pPr>
      <a:lvl6pPr marL="2464308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6pPr>
      <a:lvl7pPr marL="2912364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7pPr>
      <a:lvl8pPr marL="3360420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8pPr>
      <a:lvl9pPr marL="3808476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48056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2pPr>
      <a:lvl3pPr marL="896112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3pPr>
      <a:lvl4pPr marL="1344168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4pPr>
      <a:lvl5pPr marL="1792224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5pPr>
      <a:lvl6pPr marL="2240280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6pPr>
      <a:lvl7pPr marL="2688336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7pPr>
      <a:lvl8pPr marL="3136392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8pPr>
      <a:lvl9pPr marL="3584448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ame of a board game&#10;&#10;AI-generated content may be incorrect.">
            <a:extLst>
              <a:ext uri="{FF2B5EF4-FFF2-40B4-BE49-F238E27FC236}">
                <a16:creationId xmlns:a16="http://schemas.microsoft.com/office/drawing/2014/main" id="{9AF4BDA3-5CCA-266F-8406-2A8502086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8964707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CE0229F-F911-DC1A-C6E6-9CF7E2E9E5A0}"/>
              </a:ext>
            </a:extLst>
          </p:cNvPr>
          <p:cNvSpPr/>
          <p:nvPr/>
        </p:nvSpPr>
        <p:spPr>
          <a:xfrm rot="1979634">
            <a:off x="-131765" y="3372644"/>
            <a:ext cx="6582822" cy="2574389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95C755-6FCD-60E3-D019-4E831D422186}"/>
              </a:ext>
            </a:extLst>
          </p:cNvPr>
          <p:cNvSpPr/>
          <p:nvPr/>
        </p:nvSpPr>
        <p:spPr>
          <a:xfrm rot="1979634">
            <a:off x="1896508" y="385411"/>
            <a:ext cx="6558877" cy="2337741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B1A919-0656-46D4-9A83-24DBFAD278F7}"/>
              </a:ext>
            </a:extLst>
          </p:cNvPr>
          <p:cNvSpPr/>
          <p:nvPr/>
        </p:nvSpPr>
        <p:spPr>
          <a:xfrm rot="1979634">
            <a:off x="901795" y="2449619"/>
            <a:ext cx="6568256" cy="1204578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8406CB1-E7A7-22FB-9E46-2F778657F5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453393"/>
              </p:ext>
            </p:extLst>
          </p:nvPr>
        </p:nvGraphicFramePr>
        <p:xfrm>
          <a:off x="-1" y="0"/>
          <a:ext cx="8961446" cy="68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671">
                  <a:extLst>
                    <a:ext uri="{9D8B030D-6E8A-4147-A177-3AD203B41FA5}">
                      <a16:colId xmlns:a16="http://schemas.microsoft.com/office/drawing/2014/main" val="3585973272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890821986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2226567286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405675395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2105157900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291580678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743784602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40145472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2064268603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13833746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96885275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525223905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01170475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14948668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00433078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707012633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992912932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410158691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520907287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4061534974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659305803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416146981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101098838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738795157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516195436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25262194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8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9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13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14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15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16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17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18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19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21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23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24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25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26</a:t>
                      </a: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91992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103858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505105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546908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08308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80814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629013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8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46665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9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292927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348803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784501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83925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13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2494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14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51414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15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691284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16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911377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17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617739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18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86643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19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101686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127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5628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17861</TotalTime>
  <Words>45</Words>
  <Application>Microsoft Macintosh PowerPoint</Application>
  <PresentationFormat>Custom</PresentationFormat>
  <Paragraphs>45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Aubrey Weigel</dc:creator>
  <cp:lastModifiedBy>Aubrey Weigel</cp:lastModifiedBy>
  <cp:revision>2</cp:revision>
  <dcterms:created xsi:type="dcterms:W3CDTF">2025-11-29T03:41:47Z</dcterms:created>
  <dcterms:modified xsi:type="dcterms:W3CDTF">2025-12-13T17:57:47Z</dcterms:modified>
</cp:coreProperties>
</file>