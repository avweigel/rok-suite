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8" r:id="rId3"/>
    <p:sldId id="257" r:id="rId4"/>
  </p:sldIdLst>
  <p:sldSz cx="8961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58"/>
  </p:normalViewPr>
  <p:slideViewPr>
    <p:cSldViewPr snapToGrid="0">
      <p:cViewPr varScale="1">
        <p:scale>
          <a:sx n="120" d="100"/>
          <a:sy n="120" d="100"/>
        </p:scale>
        <p:origin x="21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A7AE60-8256-F14E-9EB4-94FADFD335EB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2875" y="1143000"/>
            <a:ext cx="4032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AC7242-A353-7C48-AE5E-C41FCE316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42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AC7242-A353-7C48-AE5E-C41FCE3165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205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2108" y="1122363"/>
            <a:ext cx="7617222" cy="2387600"/>
          </a:xfrm>
        </p:spPr>
        <p:txBody>
          <a:bodyPr anchor="b"/>
          <a:lstStyle>
            <a:lvl1pPr algn="ctr"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0180" y="3602038"/>
            <a:ext cx="6721079" cy="1655762"/>
          </a:xfrm>
        </p:spPr>
        <p:txBody>
          <a:bodyPr/>
          <a:lstStyle>
            <a:lvl1pPr marL="0" indent="0" algn="ctr">
              <a:buNone/>
              <a:defRPr sz="2352"/>
            </a:lvl1pPr>
            <a:lvl2pPr marL="448056" indent="0" algn="ctr">
              <a:buNone/>
              <a:defRPr sz="1960"/>
            </a:lvl2pPr>
            <a:lvl3pPr marL="896112" indent="0" algn="ctr">
              <a:buNone/>
              <a:defRPr sz="1764"/>
            </a:lvl3pPr>
            <a:lvl4pPr marL="1344168" indent="0" algn="ctr">
              <a:buNone/>
              <a:defRPr sz="1568"/>
            </a:lvl4pPr>
            <a:lvl5pPr marL="1792224" indent="0" algn="ctr">
              <a:buNone/>
              <a:defRPr sz="1568"/>
            </a:lvl5pPr>
            <a:lvl6pPr marL="2240280" indent="0" algn="ctr">
              <a:buNone/>
              <a:defRPr sz="1568"/>
            </a:lvl6pPr>
            <a:lvl7pPr marL="2688336" indent="0" algn="ctr">
              <a:buNone/>
              <a:defRPr sz="1568"/>
            </a:lvl7pPr>
            <a:lvl8pPr marL="3136392" indent="0" algn="ctr">
              <a:buNone/>
              <a:defRPr sz="1568"/>
            </a:lvl8pPr>
            <a:lvl9pPr marL="3584448" indent="0" algn="ctr">
              <a:buNone/>
              <a:defRPr sz="156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1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27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432" y="1709740"/>
            <a:ext cx="7729240" cy="2852737"/>
          </a:xfrm>
        </p:spPr>
        <p:txBody>
          <a:bodyPr anchor="b"/>
          <a:lstStyle>
            <a:lvl1pPr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432" y="4589465"/>
            <a:ext cx="7729240" cy="1500187"/>
          </a:xfrm>
        </p:spPr>
        <p:txBody>
          <a:bodyPr/>
          <a:lstStyle>
            <a:lvl1pPr marL="0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1pPr>
            <a:lvl2pPr marL="448056" indent="0">
              <a:buNone/>
              <a:defRPr sz="1960">
                <a:solidFill>
                  <a:schemeClr val="tx1">
                    <a:tint val="82000"/>
                  </a:schemeClr>
                </a:solidFill>
              </a:defRPr>
            </a:lvl2pPr>
            <a:lvl3pPr marL="896112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3pPr>
            <a:lvl4pPr marL="134416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4pPr>
            <a:lvl5pPr marL="1792224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5pPr>
            <a:lvl6pPr marL="2240280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6pPr>
            <a:lvl7pPr marL="2688336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7pPr>
            <a:lvl8pPr marL="3136392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8pPr>
            <a:lvl9pPr marL="358444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54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6099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6728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95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365126"/>
            <a:ext cx="772924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67" y="1681163"/>
            <a:ext cx="379110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67" y="2505075"/>
            <a:ext cx="37911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36729" y="1681163"/>
            <a:ext cx="380977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36729" y="2505075"/>
            <a:ext cx="380977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85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60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05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9778" y="987426"/>
            <a:ext cx="4536728" cy="4873625"/>
          </a:xfrm>
        </p:spPr>
        <p:txBody>
          <a:bodyPr/>
          <a:lstStyle>
            <a:lvl1pPr>
              <a:defRPr sz="3136"/>
            </a:lvl1pPr>
            <a:lvl2pPr>
              <a:defRPr sz="2744"/>
            </a:lvl2pPr>
            <a:lvl3pPr>
              <a:defRPr sz="2352"/>
            </a:lvl3pPr>
            <a:lvl4pPr>
              <a:defRPr sz="1960"/>
            </a:lvl4pPr>
            <a:lvl5pPr>
              <a:defRPr sz="1960"/>
            </a:lvl5pPr>
            <a:lvl6pPr>
              <a:defRPr sz="1960"/>
            </a:lvl6pPr>
            <a:lvl7pPr>
              <a:defRPr sz="1960"/>
            </a:lvl7pPr>
            <a:lvl8pPr>
              <a:defRPr sz="1960"/>
            </a:lvl8pPr>
            <a:lvl9pPr>
              <a:defRPr sz="19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31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09778" y="987426"/>
            <a:ext cx="4536728" cy="4873625"/>
          </a:xfrm>
        </p:spPr>
        <p:txBody>
          <a:bodyPr anchor="t"/>
          <a:lstStyle>
            <a:lvl1pPr marL="0" indent="0">
              <a:buNone/>
              <a:defRPr sz="3136"/>
            </a:lvl1pPr>
            <a:lvl2pPr marL="448056" indent="0">
              <a:buNone/>
              <a:defRPr sz="2744"/>
            </a:lvl2pPr>
            <a:lvl3pPr marL="896112" indent="0">
              <a:buNone/>
              <a:defRPr sz="2352"/>
            </a:lvl3pPr>
            <a:lvl4pPr marL="1344168" indent="0">
              <a:buNone/>
              <a:defRPr sz="1960"/>
            </a:lvl4pPr>
            <a:lvl5pPr marL="1792224" indent="0">
              <a:buNone/>
              <a:defRPr sz="1960"/>
            </a:lvl5pPr>
            <a:lvl6pPr marL="2240280" indent="0">
              <a:buNone/>
              <a:defRPr sz="1960"/>
            </a:lvl6pPr>
            <a:lvl7pPr marL="2688336" indent="0">
              <a:buNone/>
              <a:defRPr sz="1960"/>
            </a:lvl7pPr>
            <a:lvl8pPr marL="3136392" indent="0">
              <a:buNone/>
              <a:defRPr sz="1960"/>
            </a:lvl8pPr>
            <a:lvl9pPr marL="3584448" indent="0">
              <a:buNone/>
              <a:defRPr sz="19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69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4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13030" y="365125"/>
            <a:ext cx="193231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6099" y="365125"/>
            <a:ext cx="568491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24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099" y="365126"/>
            <a:ext cx="77292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6099" y="1825625"/>
            <a:ext cx="77292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6099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6C4DE-B126-0B48-A37E-D4A228251755}" type="datetimeFigureOut">
              <a:rPr lang="en-US" smtClean="0"/>
              <a:t>12/13/25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8477" y="6356352"/>
            <a:ext cx="30244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29015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690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96112" rtl="0" eaLnBrk="1" latinLnBrk="0" hangingPunct="1">
        <a:lnSpc>
          <a:spcPct val="90000"/>
        </a:lnSpc>
        <a:spcBef>
          <a:spcPct val="0"/>
        </a:spcBef>
        <a:buNone/>
        <a:defRPr sz="43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028" indent="-224028" algn="l" defTabSz="896112" rtl="0" eaLnBrk="1" latinLnBrk="0" hangingPunct="1">
        <a:lnSpc>
          <a:spcPct val="90000"/>
        </a:lnSpc>
        <a:spcBef>
          <a:spcPts val="980"/>
        </a:spcBef>
        <a:buFont typeface="Arial" panose="020B0604020202020204" pitchFamily="34" charset="0"/>
        <a:buChar char="•"/>
        <a:defRPr sz="2744" kern="1200">
          <a:solidFill>
            <a:schemeClr val="tx1"/>
          </a:solidFill>
          <a:latin typeface="+mn-lt"/>
          <a:ea typeface="+mn-ea"/>
          <a:cs typeface="+mn-cs"/>
        </a:defRPr>
      </a:lvl1pPr>
      <a:lvl2pPr marL="67208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2352" kern="1200">
          <a:solidFill>
            <a:schemeClr val="tx1"/>
          </a:solidFill>
          <a:latin typeface="+mn-lt"/>
          <a:ea typeface="+mn-ea"/>
          <a:cs typeface="+mn-cs"/>
        </a:defRPr>
      </a:lvl2pPr>
      <a:lvl3pPr marL="112014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3pPr>
      <a:lvl4pPr marL="156819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464308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91236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80847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4805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9611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3pPr>
      <a:lvl4pPr marL="134416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1792224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24028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68833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13639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58444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9AF4BDA3-5CCA-266F-8406-2A8502086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CE0229F-F911-DC1A-C6E6-9CF7E2E9E5A0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95C755-6FCD-60E3-D019-4E831D422186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1A919-0656-46D4-9A83-24DBFAD278F7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62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767E5-957F-6421-D1CF-BB3D80CA8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07B47418-D4B8-F8F6-CFA0-20A05114F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723DD54-91B4-F4CF-2DD4-67CC799504D2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690EAD-DE29-F77F-5C06-B5683FD2CE33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6092E0-E58E-1490-3913-F4816069B0F6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66448F9-5370-40F2-8B59-0DF5858027EB}"/>
              </a:ext>
            </a:extLst>
          </p:cNvPr>
          <p:cNvSpPr/>
          <p:nvPr/>
        </p:nvSpPr>
        <p:spPr>
          <a:xfrm>
            <a:off x="784617" y="383136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58652C-3A30-CC8C-89FC-CA6F0693B4A0}"/>
              </a:ext>
            </a:extLst>
          </p:cNvPr>
          <p:cNvSpPr/>
          <p:nvPr/>
        </p:nvSpPr>
        <p:spPr>
          <a:xfrm>
            <a:off x="712521" y="266848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EFC14B-3810-B57A-89B8-A72A6E8DD541}"/>
              </a:ext>
            </a:extLst>
          </p:cNvPr>
          <p:cNvSpPr/>
          <p:nvPr/>
        </p:nvSpPr>
        <p:spPr>
          <a:xfrm>
            <a:off x="2128829" y="3051908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C7610ED-039A-7EBE-2EF0-CC0893D91D42}"/>
              </a:ext>
            </a:extLst>
          </p:cNvPr>
          <p:cNvSpPr/>
          <p:nvPr/>
        </p:nvSpPr>
        <p:spPr>
          <a:xfrm>
            <a:off x="1884280" y="494868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CC1A9F-20E5-9310-45BB-1981DABC5368}"/>
              </a:ext>
            </a:extLst>
          </p:cNvPr>
          <p:cNvSpPr/>
          <p:nvPr/>
        </p:nvSpPr>
        <p:spPr>
          <a:xfrm>
            <a:off x="3453233" y="5147060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EB7E5A-A40E-D783-01A6-575A253C9096}"/>
              </a:ext>
            </a:extLst>
          </p:cNvPr>
          <p:cNvSpPr/>
          <p:nvPr/>
        </p:nvSpPr>
        <p:spPr>
          <a:xfrm>
            <a:off x="3453233" y="397672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65944EC-5BDF-0C6F-0DCA-93E108862E59}"/>
              </a:ext>
            </a:extLst>
          </p:cNvPr>
          <p:cNvSpPr/>
          <p:nvPr/>
        </p:nvSpPr>
        <p:spPr>
          <a:xfrm>
            <a:off x="5337512" y="485558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722853-5164-0CBD-4675-D08D67F55B77}"/>
              </a:ext>
            </a:extLst>
          </p:cNvPr>
          <p:cNvSpPr/>
          <p:nvPr/>
        </p:nvSpPr>
        <p:spPr>
          <a:xfrm>
            <a:off x="1350321" y="1766778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9CBFEB0-14FD-79B2-C542-56AB0F9CD587}"/>
              </a:ext>
            </a:extLst>
          </p:cNvPr>
          <p:cNvSpPr/>
          <p:nvPr/>
        </p:nvSpPr>
        <p:spPr>
          <a:xfrm>
            <a:off x="2766629" y="188915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EAB67E2-4985-1A73-6563-33EA8D95B597}"/>
              </a:ext>
            </a:extLst>
          </p:cNvPr>
          <p:cNvSpPr/>
          <p:nvPr/>
        </p:nvSpPr>
        <p:spPr>
          <a:xfrm>
            <a:off x="2766629" y="869562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89F8B2-2570-4F79-B057-12AD1EDD9209}"/>
              </a:ext>
            </a:extLst>
          </p:cNvPr>
          <p:cNvSpPr/>
          <p:nvPr/>
        </p:nvSpPr>
        <p:spPr>
          <a:xfrm>
            <a:off x="4549817" y="758379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56304FF-D597-8211-2D82-307C4F0BA60F}"/>
              </a:ext>
            </a:extLst>
          </p:cNvPr>
          <p:cNvSpPr/>
          <p:nvPr/>
        </p:nvSpPr>
        <p:spPr>
          <a:xfrm>
            <a:off x="4549817" y="1787894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ABA0D9B-6E5F-468B-C28E-AF5538E14486}"/>
              </a:ext>
            </a:extLst>
          </p:cNvPr>
          <p:cNvSpPr/>
          <p:nvPr/>
        </p:nvSpPr>
        <p:spPr>
          <a:xfrm>
            <a:off x="4026490" y="293990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E997F5-3F88-891C-9190-5742CF02FFA5}"/>
              </a:ext>
            </a:extLst>
          </p:cNvPr>
          <p:cNvSpPr/>
          <p:nvPr/>
        </p:nvSpPr>
        <p:spPr>
          <a:xfrm>
            <a:off x="5292650" y="3785431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094F58-AF8D-999C-FCF2-EEDFAA3DC41C}"/>
              </a:ext>
            </a:extLst>
          </p:cNvPr>
          <p:cNvSpPr/>
          <p:nvPr/>
        </p:nvSpPr>
        <p:spPr>
          <a:xfrm>
            <a:off x="5826609" y="2658004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E32FB6-4C42-8756-E68E-AB493B985355}"/>
              </a:ext>
            </a:extLst>
          </p:cNvPr>
          <p:cNvSpPr/>
          <p:nvPr/>
        </p:nvSpPr>
        <p:spPr>
          <a:xfrm>
            <a:off x="5826609" y="869711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E3F52C5-5BE2-BB0A-4CCB-2BAE43089049}"/>
              </a:ext>
            </a:extLst>
          </p:cNvPr>
          <p:cNvSpPr/>
          <p:nvPr/>
        </p:nvSpPr>
        <p:spPr>
          <a:xfrm>
            <a:off x="7409225" y="288143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E777F77-E2F9-21CE-EDAE-788FB5A50D31}"/>
              </a:ext>
            </a:extLst>
          </p:cNvPr>
          <p:cNvSpPr/>
          <p:nvPr/>
        </p:nvSpPr>
        <p:spPr>
          <a:xfrm>
            <a:off x="6817516" y="3785430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978FB8E-2B9D-6486-B44C-42A2A1FBE5E5}"/>
              </a:ext>
            </a:extLst>
          </p:cNvPr>
          <p:cNvSpPr/>
          <p:nvPr/>
        </p:nvSpPr>
        <p:spPr>
          <a:xfrm>
            <a:off x="7077158" y="171855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979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3E0E8-FC6A-9CC7-61D9-4DA3293C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120C1AAB-8D5B-C123-6F3F-C487033D4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58EAA0-BAA3-F8EA-BD12-CDA096B930EB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956B01-D09C-C842-5D76-2182C5EBBDA5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0BF425-5DA2-E946-8EB7-DC5ECACD4ADE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176D2B-264F-ECD1-E7EB-0D20F8114834}"/>
              </a:ext>
            </a:extLst>
          </p:cNvPr>
          <p:cNvGraphicFramePr>
            <a:graphicFrameLocks noGrp="1"/>
          </p:cNvGraphicFramePr>
          <p:nvPr/>
        </p:nvGraphicFramePr>
        <p:xfrm>
          <a:off x="-1" y="0"/>
          <a:ext cx="8961446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71">
                  <a:extLst>
                    <a:ext uri="{9D8B030D-6E8A-4147-A177-3AD203B41FA5}">
                      <a16:colId xmlns:a16="http://schemas.microsoft.com/office/drawing/2014/main" val="358597327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8908219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2265672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567539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105157900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2915806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74378460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145472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0642686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3833746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968852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2522390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011704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14948668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004330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0701263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99291293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015869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52090728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061534974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6593058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614698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0109883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3879515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1619543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5262194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91992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0385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05105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690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08308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8081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29013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6665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292927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48803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4501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83925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2494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5141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9128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11377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17739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86643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01686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7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667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19481</TotalTime>
  <Words>46</Words>
  <Application>Microsoft Macintosh PowerPoint</Application>
  <PresentationFormat>Custom</PresentationFormat>
  <Paragraphs>46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Aubrey Weigel</dc:creator>
  <cp:lastModifiedBy>Aubrey Weigel</cp:lastModifiedBy>
  <cp:revision>3</cp:revision>
  <dcterms:created xsi:type="dcterms:W3CDTF">2025-11-29T03:41:47Z</dcterms:created>
  <dcterms:modified xsi:type="dcterms:W3CDTF">2025-12-14T21:02:14Z</dcterms:modified>
</cp:coreProperties>
</file>