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89614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84"/>
  </p:normalViewPr>
  <p:slideViewPr>
    <p:cSldViewPr snapToGrid="0">
      <p:cViewPr varScale="1">
        <p:scale>
          <a:sx n="150" d="100"/>
          <a:sy n="15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2108" y="1122363"/>
            <a:ext cx="7617222" cy="2387600"/>
          </a:xfrm>
        </p:spPr>
        <p:txBody>
          <a:bodyPr anchor="b"/>
          <a:lstStyle>
            <a:lvl1pPr algn="ctr">
              <a:defRPr sz="5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180" y="3602038"/>
            <a:ext cx="6721079" cy="1655762"/>
          </a:xfrm>
        </p:spPr>
        <p:txBody>
          <a:bodyPr/>
          <a:lstStyle>
            <a:lvl1pPr marL="0" indent="0" algn="ctr">
              <a:buNone/>
              <a:defRPr sz="2352"/>
            </a:lvl1pPr>
            <a:lvl2pPr marL="448056" indent="0" algn="ctr">
              <a:buNone/>
              <a:defRPr sz="1960"/>
            </a:lvl2pPr>
            <a:lvl3pPr marL="896112" indent="0" algn="ctr">
              <a:buNone/>
              <a:defRPr sz="1764"/>
            </a:lvl3pPr>
            <a:lvl4pPr marL="1344168" indent="0" algn="ctr">
              <a:buNone/>
              <a:defRPr sz="1568"/>
            </a:lvl4pPr>
            <a:lvl5pPr marL="1792224" indent="0" algn="ctr">
              <a:buNone/>
              <a:defRPr sz="1568"/>
            </a:lvl5pPr>
            <a:lvl6pPr marL="2240280" indent="0" algn="ctr">
              <a:buNone/>
              <a:defRPr sz="1568"/>
            </a:lvl6pPr>
            <a:lvl7pPr marL="2688336" indent="0" algn="ctr">
              <a:buNone/>
              <a:defRPr sz="1568"/>
            </a:lvl7pPr>
            <a:lvl8pPr marL="3136392" indent="0" algn="ctr">
              <a:buNone/>
              <a:defRPr sz="1568"/>
            </a:lvl8pPr>
            <a:lvl9pPr marL="3584448" indent="0" algn="ctr">
              <a:buNone/>
              <a:defRPr sz="15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1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27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432" y="1709740"/>
            <a:ext cx="7729240" cy="2852737"/>
          </a:xfrm>
        </p:spPr>
        <p:txBody>
          <a:bodyPr anchor="b"/>
          <a:lstStyle>
            <a:lvl1pPr>
              <a:defRPr sz="5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432" y="4589465"/>
            <a:ext cx="7729240" cy="1500187"/>
          </a:xfrm>
        </p:spPr>
        <p:txBody>
          <a:bodyPr/>
          <a:lstStyle>
            <a:lvl1pPr marL="0" indent="0">
              <a:buNone/>
              <a:defRPr sz="2352">
                <a:solidFill>
                  <a:schemeClr val="tx1">
                    <a:tint val="82000"/>
                  </a:schemeClr>
                </a:solidFill>
              </a:defRPr>
            </a:lvl1pPr>
            <a:lvl2pPr marL="448056" indent="0">
              <a:buNone/>
              <a:defRPr sz="1960">
                <a:solidFill>
                  <a:schemeClr val="tx1">
                    <a:tint val="82000"/>
                  </a:schemeClr>
                </a:solidFill>
              </a:defRPr>
            </a:lvl2pPr>
            <a:lvl3pPr marL="89611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3pPr>
            <a:lvl4pPr marL="1344168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4pPr>
            <a:lvl5pPr marL="1792224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5pPr>
            <a:lvl6pPr marL="2240280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6pPr>
            <a:lvl7pPr marL="2688336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7pPr>
            <a:lvl8pPr marL="3136392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8pPr>
            <a:lvl9pPr marL="3584448" indent="0">
              <a:buNone/>
              <a:defRPr sz="15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5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099" y="1825625"/>
            <a:ext cx="38086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6728" y="1825625"/>
            <a:ext cx="38086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5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65126"/>
            <a:ext cx="77292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67" y="1681163"/>
            <a:ext cx="3791108" cy="823912"/>
          </a:xfrm>
        </p:spPr>
        <p:txBody>
          <a:bodyPr anchor="b"/>
          <a:lstStyle>
            <a:lvl1pPr marL="0" indent="0">
              <a:buNone/>
              <a:defRPr sz="2352" b="1"/>
            </a:lvl1pPr>
            <a:lvl2pPr marL="448056" indent="0">
              <a:buNone/>
              <a:defRPr sz="1960" b="1"/>
            </a:lvl2pPr>
            <a:lvl3pPr marL="896112" indent="0">
              <a:buNone/>
              <a:defRPr sz="1764" b="1"/>
            </a:lvl3pPr>
            <a:lvl4pPr marL="1344168" indent="0">
              <a:buNone/>
              <a:defRPr sz="1568" b="1"/>
            </a:lvl4pPr>
            <a:lvl5pPr marL="1792224" indent="0">
              <a:buNone/>
              <a:defRPr sz="1568" b="1"/>
            </a:lvl5pPr>
            <a:lvl6pPr marL="2240280" indent="0">
              <a:buNone/>
              <a:defRPr sz="1568" b="1"/>
            </a:lvl6pPr>
            <a:lvl7pPr marL="2688336" indent="0">
              <a:buNone/>
              <a:defRPr sz="1568" b="1"/>
            </a:lvl7pPr>
            <a:lvl8pPr marL="3136392" indent="0">
              <a:buNone/>
              <a:defRPr sz="1568" b="1"/>
            </a:lvl8pPr>
            <a:lvl9pPr marL="3584448" indent="0">
              <a:buNone/>
              <a:defRPr sz="15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67" y="2505075"/>
            <a:ext cx="37911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6729" y="1681163"/>
            <a:ext cx="3809778" cy="823912"/>
          </a:xfrm>
        </p:spPr>
        <p:txBody>
          <a:bodyPr anchor="b"/>
          <a:lstStyle>
            <a:lvl1pPr marL="0" indent="0">
              <a:buNone/>
              <a:defRPr sz="2352" b="1"/>
            </a:lvl1pPr>
            <a:lvl2pPr marL="448056" indent="0">
              <a:buNone/>
              <a:defRPr sz="1960" b="1"/>
            </a:lvl2pPr>
            <a:lvl3pPr marL="896112" indent="0">
              <a:buNone/>
              <a:defRPr sz="1764" b="1"/>
            </a:lvl3pPr>
            <a:lvl4pPr marL="1344168" indent="0">
              <a:buNone/>
              <a:defRPr sz="1568" b="1"/>
            </a:lvl4pPr>
            <a:lvl5pPr marL="1792224" indent="0">
              <a:buNone/>
              <a:defRPr sz="1568" b="1"/>
            </a:lvl5pPr>
            <a:lvl6pPr marL="2240280" indent="0">
              <a:buNone/>
              <a:defRPr sz="1568" b="1"/>
            </a:lvl6pPr>
            <a:lvl7pPr marL="2688336" indent="0">
              <a:buNone/>
              <a:defRPr sz="1568" b="1"/>
            </a:lvl7pPr>
            <a:lvl8pPr marL="3136392" indent="0">
              <a:buNone/>
              <a:defRPr sz="1568" b="1"/>
            </a:lvl8pPr>
            <a:lvl9pPr marL="3584448" indent="0">
              <a:buNone/>
              <a:defRPr sz="15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6729" y="2505075"/>
            <a:ext cx="380977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8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6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0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457200"/>
            <a:ext cx="2890297" cy="1600200"/>
          </a:xfrm>
        </p:spPr>
        <p:txBody>
          <a:bodyPr anchor="b"/>
          <a:lstStyle>
            <a:lvl1pPr>
              <a:defRPr sz="31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778" y="987426"/>
            <a:ext cx="4536728" cy="4873625"/>
          </a:xfrm>
        </p:spPr>
        <p:txBody>
          <a:bodyPr/>
          <a:lstStyle>
            <a:lvl1pPr>
              <a:defRPr sz="3136"/>
            </a:lvl1pPr>
            <a:lvl2pPr>
              <a:defRPr sz="2744"/>
            </a:lvl2pPr>
            <a:lvl3pPr>
              <a:defRPr sz="2352"/>
            </a:lvl3pPr>
            <a:lvl4pPr>
              <a:defRPr sz="1960"/>
            </a:lvl4pPr>
            <a:lvl5pPr>
              <a:defRPr sz="1960"/>
            </a:lvl5pPr>
            <a:lvl6pPr>
              <a:defRPr sz="1960"/>
            </a:lvl6pPr>
            <a:lvl7pPr>
              <a:defRPr sz="1960"/>
            </a:lvl7pPr>
            <a:lvl8pPr>
              <a:defRPr sz="1960"/>
            </a:lvl8pPr>
            <a:lvl9pPr>
              <a:defRPr sz="1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2057400"/>
            <a:ext cx="2890297" cy="3811588"/>
          </a:xfrm>
        </p:spPr>
        <p:txBody>
          <a:bodyPr/>
          <a:lstStyle>
            <a:lvl1pPr marL="0" indent="0">
              <a:buNone/>
              <a:defRPr sz="1568"/>
            </a:lvl1pPr>
            <a:lvl2pPr marL="448056" indent="0">
              <a:buNone/>
              <a:defRPr sz="1372"/>
            </a:lvl2pPr>
            <a:lvl3pPr marL="896112" indent="0">
              <a:buNone/>
              <a:defRPr sz="1176"/>
            </a:lvl3pPr>
            <a:lvl4pPr marL="1344168" indent="0">
              <a:buNone/>
              <a:defRPr sz="980"/>
            </a:lvl4pPr>
            <a:lvl5pPr marL="1792224" indent="0">
              <a:buNone/>
              <a:defRPr sz="980"/>
            </a:lvl5pPr>
            <a:lvl6pPr marL="2240280" indent="0">
              <a:buNone/>
              <a:defRPr sz="980"/>
            </a:lvl6pPr>
            <a:lvl7pPr marL="2688336" indent="0">
              <a:buNone/>
              <a:defRPr sz="980"/>
            </a:lvl7pPr>
            <a:lvl8pPr marL="3136392" indent="0">
              <a:buNone/>
              <a:defRPr sz="980"/>
            </a:lvl8pPr>
            <a:lvl9pPr marL="3584448" indent="0">
              <a:buNone/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3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457200"/>
            <a:ext cx="2890297" cy="1600200"/>
          </a:xfrm>
        </p:spPr>
        <p:txBody>
          <a:bodyPr anchor="b"/>
          <a:lstStyle>
            <a:lvl1pPr>
              <a:defRPr sz="31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9778" y="987426"/>
            <a:ext cx="4536728" cy="4873625"/>
          </a:xfrm>
        </p:spPr>
        <p:txBody>
          <a:bodyPr anchor="t"/>
          <a:lstStyle>
            <a:lvl1pPr marL="0" indent="0">
              <a:buNone/>
              <a:defRPr sz="3136"/>
            </a:lvl1pPr>
            <a:lvl2pPr marL="448056" indent="0">
              <a:buNone/>
              <a:defRPr sz="2744"/>
            </a:lvl2pPr>
            <a:lvl3pPr marL="896112" indent="0">
              <a:buNone/>
              <a:defRPr sz="2352"/>
            </a:lvl3pPr>
            <a:lvl4pPr marL="1344168" indent="0">
              <a:buNone/>
              <a:defRPr sz="1960"/>
            </a:lvl4pPr>
            <a:lvl5pPr marL="1792224" indent="0">
              <a:buNone/>
              <a:defRPr sz="1960"/>
            </a:lvl5pPr>
            <a:lvl6pPr marL="2240280" indent="0">
              <a:buNone/>
              <a:defRPr sz="1960"/>
            </a:lvl6pPr>
            <a:lvl7pPr marL="2688336" indent="0">
              <a:buNone/>
              <a:defRPr sz="1960"/>
            </a:lvl7pPr>
            <a:lvl8pPr marL="3136392" indent="0">
              <a:buNone/>
              <a:defRPr sz="1960"/>
            </a:lvl8pPr>
            <a:lvl9pPr marL="3584448" indent="0">
              <a:buNone/>
              <a:defRPr sz="1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2057400"/>
            <a:ext cx="2890297" cy="3811588"/>
          </a:xfrm>
        </p:spPr>
        <p:txBody>
          <a:bodyPr/>
          <a:lstStyle>
            <a:lvl1pPr marL="0" indent="0">
              <a:buNone/>
              <a:defRPr sz="1568"/>
            </a:lvl1pPr>
            <a:lvl2pPr marL="448056" indent="0">
              <a:buNone/>
              <a:defRPr sz="1372"/>
            </a:lvl2pPr>
            <a:lvl3pPr marL="896112" indent="0">
              <a:buNone/>
              <a:defRPr sz="1176"/>
            </a:lvl3pPr>
            <a:lvl4pPr marL="1344168" indent="0">
              <a:buNone/>
              <a:defRPr sz="980"/>
            </a:lvl4pPr>
            <a:lvl5pPr marL="1792224" indent="0">
              <a:buNone/>
              <a:defRPr sz="980"/>
            </a:lvl5pPr>
            <a:lvl6pPr marL="2240280" indent="0">
              <a:buNone/>
              <a:defRPr sz="980"/>
            </a:lvl6pPr>
            <a:lvl7pPr marL="2688336" indent="0">
              <a:buNone/>
              <a:defRPr sz="980"/>
            </a:lvl7pPr>
            <a:lvl8pPr marL="3136392" indent="0">
              <a:buNone/>
              <a:defRPr sz="980"/>
            </a:lvl8pPr>
            <a:lvl9pPr marL="3584448" indent="0">
              <a:buNone/>
              <a:defRPr sz="9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69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4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3030" y="365125"/>
            <a:ext cx="193231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6099" y="365125"/>
            <a:ext cx="568491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4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099" y="365126"/>
            <a:ext cx="77292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099" y="1825625"/>
            <a:ext cx="77292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6099" y="6356352"/>
            <a:ext cx="2016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6C4DE-B126-0B48-A37E-D4A228251755}" type="datetimeFigureOut">
              <a:rPr lang="en-US" smtClean="0"/>
              <a:t>11/28/25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8477" y="6356352"/>
            <a:ext cx="30244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9015" y="6356352"/>
            <a:ext cx="20163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1F1B3-3B11-1B40-948D-E44AADE31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90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6112" rtl="0" eaLnBrk="1" latinLnBrk="0" hangingPunct="1">
        <a:lnSpc>
          <a:spcPct val="90000"/>
        </a:lnSpc>
        <a:spcBef>
          <a:spcPct val="0"/>
        </a:spcBef>
        <a:buNone/>
        <a:defRPr sz="43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028" indent="-224028" algn="l" defTabSz="896112" rtl="0" eaLnBrk="1" latinLnBrk="0" hangingPunct="1">
        <a:lnSpc>
          <a:spcPct val="90000"/>
        </a:lnSpc>
        <a:spcBef>
          <a:spcPts val="980"/>
        </a:spcBef>
        <a:buFont typeface="Arial" panose="020B0604020202020204" pitchFamily="34" charset="0"/>
        <a:buChar char="•"/>
        <a:defRPr sz="2744" kern="1200">
          <a:solidFill>
            <a:schemeClr val="tx1"/>
          </a:solidFill>
          <a:latin typeface="+mn-lt"/>
          <a:ea typeface="+mn-ea"/>
          <a:cs typeface="+mn-cs"/>
        </a:defRPr>
      </a:lvl1pPr>
      <a:lvl2pPr marL="672084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2pPr>
      <a:lvl3pPr marL="1120140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3pPr>
      <a:lvl4pPr marL="1568196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464308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2912364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3808476" indent="-224028" algn="l" defTabSz="896112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48056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96112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4pPr>
      <a:lvl5pPr marL="1792224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5pPr>
      <a:lvl6pPr marL="2240280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6pPr>
      <a:lvl7pPr marL="2688336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7pPr>
      <a:lvl8pPr marL="3136392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8pPr>
      <a:lvl9pPr marL="3584448" algn="l" defTabSz="896112" rtl="0" eaLnBrk="1" latinLnBrk="0" hangingPunct="1">
        <a:defRPr sz="17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ame of a board game&#10;&#10;AI-generated content may be incorrect.">
            <a:extLst>
              <a:ext uri="{FF2B5EF4-FFF2-40B4-BE49-F238E27FC236}">
                <a16:creationId xmlns:a16="http://schemas.microsoft.com/office/drawing/2014/main" id="{9AF4BDA3-5CCA-266F-8406-2A8502086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964707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E0229F-F911-DC1A-C6E6-9CF7E2E9E5A0}"/>
              </a:ext>
            </a:extLst>
          </p:cNvPr>
          <p:cNvSpPr/>
          <p:nvPr/>
        </p:nvSpPr>
        <p:spPr>
          <a:xfrm rot="1979634">
            <a:off x="-131765" y="3372644"/>
            <a:ext cx="6582822" cy="2574389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95C755-6FCD-60E3-D019-4E831D422186}"/>
              </a:ext>
            </a:extLst>
          </p:cNvPr>
          <p:cNvSpPr/>
          <p:nvPr/>
        </p:nvSpPr>
        <p:spPr>
          <a:xfrm rot="1979634">
            <a:off x="1896508" y="385411"/>
            <a:ext cx="6558877" cy="2337741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1A919-0656-46D4-9A83-24DBFAD278F7}"/>
              </a:ext>
            </a:extLst>
          </p:cNvPr>
          <p:cNvSpPr/>
          <p:nvPr/>
        </p:nvSpPr>
        <p:spPr>
          <a:xfrm rot="1979634">
            <a:off x="901795" y="2449619"/>
            <a:ext cx="6568256" cy="120457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2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17849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Aubrey Weigel</dc:creator>
  <cp:lastModifiedBy>Aubrey Weigel</cp:lastModifiedBy>
  <cp:revision>1</cp:revision>
  <dcterms:created xsi:type="dcterms:W3CDTF">2025-11-29T03:41:47Z</dcterms:created>
  <dcterms:modified xsi:type="dcterms:W3CDTF">2025-12-11T13:11:06Z</dcterms:modified>
</cp:coreProperties>
</file>